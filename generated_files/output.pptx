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000" b="1">
                <a:solidFill>
                  <a:srgbClr val="0066CC"/>
                </a:solidFill>
              </a:rPr>
              <a:t>Goddess Durga Maa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0066CC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>
                <a:solidFill>
                  <a:srgbClr val="323232"/>
                </a:solidFill>
                <a:latin typeface="Calibri"/>
              </a:defRPr>
            </a:pPr>
            <a:r>
              <a:t>Goddess Durga is a principal form of the Hindu divine mother</a:t>
            </a:r>
          </a:p>
          <a:p>
            <a:pPr algn="l">
              <a:defRPr sz="2000">
                <a:solidFill>
                  <a:srgbClr val="323232"/>
                </a:solidFill>
                <a:latin typeface="Calibri"/>
              </a:defRPr>
            </a:pPr>
            <a:r>
              <a:t>Worshipped as the destroyer of evil and protector of good</a:t>
            </a:r>
          </a:p>
          <a:p>
            <a:pPr algn="l">
              <a:defRPr sz="2000">
                <a:solidFill>
                  <a:srgbClr val="323232"/>
                </a:solidFill>
                <a:latin typeface="Calibri"/>
              </a:defRPr>
            </a:pPr>
            <a:r>
              <a:t>Represents shakti – the cosmic feminine power</a:t>
            </a:r>
          </a:p>
          <a:p>
            <a:pPr algn="l">
              <a:defRPr sz="2000">
                <a:solidFill>
                  <a:srgbClr val="323232"/>
                </a:solidFill>
                <a:latin typeface="Calibri"/>
              </a:defRPr>
            </a:pPr>
            <a:r>
              <a:t>Celebrated during Navratri and Durga Puja festivals</a:t>
            </a:r>
          </a:p>
          <a:p>
            <a:pPr algn="l">
              <a:defRPr sz="2000">
                <a:solidFill>
                  <a:srgbClr val="323232"/>
                </a:solidFill>
                <a:latin typeface="Calibri"/>
              </a:defRPr>
            </a:pPr>
            <a:r>
              <a:t>Believed to have been created by the gods to defeat powerful demons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0066CC"/>
                </a:solidFill>
              </a:rPr>
              <a:t>Historical Origins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>
                <a:solidFill>
                  <a:srgbClr val="323232"/>
                </a:solidFill>
                <a:latin typeface="Calibri"/>
              </a:defRPr>
            </a:pPr>
            <a:r>
              <a:t>Durga's roots trace back to ancient Vedic texts</a:t>
            </a:r>
          </a:p>
          <a:p>
            <a:pPr algn="l">
              <a:defRPr sz="2000">
                <a:solidFill>
                  <a:srgbClr val="323232"/>
                </a:solidFill>
                <a:latin typeface="Calibri"/>
              </a:defRPr>
            </a:pPr>
            <a:r>
              <a:t>Evolved from early mother goddess worship in India</a:t>
            </a:r>
          </a:p>
          <a:p>
            <a:pPr algn="l">
              <a:defRPr sz="2000">
                <a:solidFill>
                  <a:srgbClr val="323232"/>
                </a:solidFill>
                <a:latin typeface="Calibri"/>
              </a:defRPr>
            </a:pPr>
            <a:r>
              <a:t>Mentions found in the Markandeya Purana</a:t>
            </a:r>
          </a:p>
          <a:p>
            <a:pPr algn="l">
              <a:defRPr sz="2000">
                <a:solidFill>
                  <a:srgbClr val="323232"/>
                </a:solidFill>
                <a:latin typeface="Calibri"/>
              </a:defRPr>
            </a:pPr>
            <a:r>
              <a:t>Devi Mahatmyam is a key scripture describing her glory</a:t>
            </a:r>
          </a:p>
          <a:p>
            <a:pPr algn="l">
              <a:defRPr sz="2000">
                <a:solidFill>
                  <a:srgbClr val="323232"/>
                </a:solidFill>
                <a:latin typeface="Calibri"/>
              </a:defRPr>
            </a:pPr>
            <a:r>
              <a:t>Worship traditions date back over 2,000 years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0066CC"/>
                </a:solidFill>
              </a:rPr>
              <a:t>Symbolism and Iconography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>
                <a:solidFill>
                  <a:srgbClr val="323232"/>
                </a:solidFill>
                <a:latin typeface="Calibri"/>
              </a:defRPr>
            </a:pPr>
            <a:r>
              <a:t>Depicted with eight or ten arms holding divine weapons</a:t>
            </a:r>
          </a:p>
          <a:p>
            <a:pPr algn="l">
              <a:defRPr sz="2000">
                <a:solidFill>
                  <a:srgbClr val="323232"/>
                </a:solidFill>
                <a:latin typeface="Calibri"/>
              </a:defRPr>
            </a:pPr>
            <a:r>
              <a:t>Rides a lion or tiger symbolizing power and will</a:t>
            </a:r>
          </a:p>
          <a:p>
            <a:pPr algn="l">
              <a:defRPr sz="2000">
                <a:solidFill>
                  <a:srgbClr val="323232"/>
                </a:solidFill>
                <a:latin typeface="Calibri"/>
              </a:defRPr>
            </a:pPr>
            <a:r>
              <a:t>Defeats the buffalo demon Mahishasura</a:t>
            </a:r>
          </a:p>
          <a:p>
            <a:pPr algn="l">
              <a:defRPr sz="2000">
                <a:solidFill>
                  <a:srgbClr val="323232"/>
                </a:solidFill>
                <a:latin typeface="Calibri"/>
              </a:defRPr>
            </a:pPr>
            <a:r>
              <a:t>Each weapon represents a different divine power</a:t>
            </a:r>
          </a:p>
          <a:p>
            <a:pPr algn="l">
              <a:defRPr sz="2000">
                <a:solidFill>
                  <a:srgbClr val="323232"/>
                </a:solidFill>
                <a:latin typeface="Calibri"/>
              </a:defRPr>
            </a:pPr>
            <a:r>
              <a:t>Her calm face reflects inner peace amidst action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0066CC"/>
                </a:solidFill>
              </a:rPr>
              <a:t>Forms of Goddess Durga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>
                <a:solidFill>
                  <a:srgbClr val="323232"/>
                </a:solidFill>
                <a:latin typeface="Calibri"/>
              </a:defRPr>
            </a:pPr>
            <a:r>
              <a:t>Shailaputri – daughter of the mountains</a:t>
            </a:r>
          </a:p>
          <a:p>
            <a:pPr algn="l">
              <a:defRPr sz="2000">
                <a:solidFill>
                  <a:srgbClr val="323232"/>
                </a:solidFill>
                <a:latin typeface="Calibri"/>
              </a:defRPr>
            </a:pPr>
            <a:r>
              <a:t>Brahmacharini – the ascetic form devoted to penance</a:t>
            </a:r>
          </a:p>
          <a:p>
            <a:pPr algn="l">
              <a:defRPr sz="2000">
                <a:solidFill>
                  <a:srgbClr val="323232"/>
                </a:solidFill>
                <a:latin typeface="Calibri"/>
              </a:defRPr>
            </a:pPr>
            <a:r>
              <a:t>Chandraghanta – warrior with a moon on her forehead</a:t>
            </a:r>
          </a:p>
          <a:p>
            <a:pPr algn="l">
              <a:defRPr sz="2000">
                <a:solidFill>
                  <a:srgbClr val="323232"/>
                </a:solidFill>
                <a:latin typeface="Calibri"/>
              </a:defRPr>
            </a:pPr>
            <a:r>
              <a:t>Kushmanda – creator of the universe's cosmic energy</a:t>
            </a:r>
          </a:p>
          <a:p>
            <a:pPr algn="l">
              <a:defRPr sz="2000">
                <a:solidFill>
                  <a:srgbClr val="323232"/>
                </a:solidFill>
                <a:latin typeface="Calibri"/>
              </a:defRPr>
            </a:pPr>
            <a:r>
              <a:t>Skandamata – mother of Kartikeya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0066CC"/>
                </a:solidFill>
              </a:rPr>
              <a:t>Legend of Mahishasura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>
                <a:solidFill>
                  <a:srgbClr val="323232"/>
                </a:solidFill>
                <a:latin typeface="Calibri"/>
              </a:defRPr>
            </a:pPr>
            <a:r>
              <a:t>Demon Mahishasura received a boon – could not be killed by man</a:t>
            </a:r>
          </a:p>
          <a:p>
            <a:pPr algn="l">
              <a:defRPr sz="2000">
                <a:solidFill>
                  <a:srgbClr val="323232"/>
                </a:solidFill>
                <a:latin typeface="Calibri"/>
              </a:defRPr>
            </a:pPr>
            <a:r>
              <a:t>He dominated heaven and earth, oppressing all beings</a:t>
            </a:r>
          </a:p>
          <a:p>
            <a:pPr algn="l">
              <a:defRPr sz="2000">
                <a:solidFill>
                  <a:srgbClr val="323232"/>
                </a:solidFill>
                <a:latin typeface="Calibri"/>
              </a:defRPr>
            </a:pPr>
            <a:r>
              <a:t>Gods combined their energies to create Goddess Durga</a:t>
            </a:r>
          </a:p>
          <a:p>
            <a:pPr algn="l">
              <a:defRPr sz="2000">
                <a:solidFill>
                  <a:srgbClr val="323232"/>
                </a:solidFill>
                <a:latin typeface="Calibri"/>
              </a:defRPr>
            </a:pPr>
            <a:r>
              <a:t>Durga fought Mahishasura for nine days and nights</a:t>
            </a:r>
          </a:p>
          <a:p>
            <a:pPr algn="l">
              <a:defRPr sz="2000">
                <a:solidFill>
                  <a:srgbClr val="323232"/>
                </a:solidFill>
                <a:latin typeface="Calibri"/>
              </a:defRPr>
            </a:pPr>
            <a:r>
              <a:t>Killed him on the tenth day – celebrated as Vijayadashami</a:t>
            </a:r>
          </a:p>
          <a:p>
            <a:pPr algn="l">
              <a:defRPr sz="2000">
                <a:solidFill>
                  <a:srgbClr val="323232"/>
                </a:solidFill>
                <a:latin typeface="Calibri"/>
              </a:defRPr>
            </a:pPr>
            <a:r>
              <a:t>Symbolizes victory of good over evil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0066CC"/>
                </a:solidFill>
              </a:rPr>
              <a:t>Sources and Research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>
                <a:solidFill>
                  <a:srgbClr val="323232"/>
                </a:solidFill>
                <a:latin typeface="Calibri"/>
              </a:defRPr>
            </a:pPr>
            <a:r>
              <a:t>Relied on classical scriptures – Devi Mahatmyam and Puranas</a:t>
            </a:r>
          </a:p>
          <a:p>
            <a:pPr algn="l">
              <a:defRPr sz="2000">
                <a:solidFill>
                  <a:srgbClr val="323232"/>
                </a:solidFill>
                <a:latin typeface="Calibri"/>
              </a:defRPr>
            </a:pPr>
            <a:r>
              <a:t>Reviewed traditional interpretations across regions</a:t>
            </a:r>
          </a:p>
          <a:p>
            <a:pPr algn="l">
              <a:defRPr sz="2000">
                <a:solidFill>
                  <a:srgbClr val="323232"/>
                </a:solidFill>
                <a:latin typeface="Calibri"/>
              </a:defRPr>
            </a:pPr>
            <a:r>
              <a:t>Analyzed cultural depictions in art and temple iconography</a:t>
            </a:r>
          </a:p>
          <a:p>
            <a:pPr algn="l">
              <a:defRPr sz="2000">
                <a:solidFill>
                  <a:srgbClr val="323232"/>
                </a:solidFill>
                <a:latin typeface="Calibri"/>
              </a:defRPr>
            </a:pPr>
            <a:r>
              <a:t>Studied festival practices during Durga Puja and Navratri</a:t>
            </a:r>
          </a:p>
          <a:p>
            <a:pPr algn="l">
              <a:defRPr sz="2000">
                <a:solidFill>
                  <a:srgbClr val="323232"/>
                </a:solidFill>
                <a:latin typeface="Calibri"/>
              </a:defRPr>
            </a:pPr>
            <a:r>
              <a:t>Included folk narratives and devotional literature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0066CC"/>
                </a:solidFill>
              </a:rPr>
              <a:t>Cultural and Regional Variations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>
                <a:solidFill>
                  <a:srgbClr val="323232"/>
                </a:solidFill>
                <a:latin typeface="Calibri"/>
              </a:defRPr>
            </a:pPr>
            <a:r>
              <a:t>Worship style varies across India – West Bengal, Assam, Bihar, Gujarat</a:t>
            </a:r>
          </a:p>
          <a:p>
            <a:pPr algn="l">
              <a:defRPr sz="2000">
                <a:solidFill>
                  <a:srgbClr val="323232"/>
                </a:solidFill>
                <a:latin typeface="Calibri"/>
              </a:defRPr>
            </a:pPr>
            <a:r>
              <a:t>Durga Puja in Bengal features grand idols and public celebrations</a:t>
            </a:r>
          </a:p>
          <a:p>
            <a:pPr algn="l">
              <a:defRPr sz="2000">
                <a:solidFill>
                  <a:srgbClr val="323232"/>
                </a:solidFill>
                <a:latin typeface="Calibri"/>
              </a:defRPr>
            </a:pPr>
            <a:r>
              <a:t>In South India, she is part of Navaratri Golu traditions</a:t>
            </a:r>
          </a:p>
          <a:p>
            <a:pPr algn="l">
              <a:defRPr sz="2000">
                <a:solidFill>
                  <a:srgbClr val="323232"/>
                </a:solidFill>
                <a:latin typeface="Calibri"/>
              </a:defRPr>
            </a:pPr>
            <a:r>
              <a:t>Temple rituals differ by region and sect</a:t>
            </a:r>
          </a:p>
          <a:p>
            <a:pPr algn="l">
              <a:defRPr sz="2000">
                <a:solidFill>
                  <a:srgbClr val="323232"/>
                </a:solidFill>
                <a:latin typeface="Calibri"/>
              </a:defRPr>
            </a:pPr>
            <a:r>
              <a:t>Folklore and local myths enrich her stories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0066CC"/>
                </a:solidFill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>
                <a:solidFill>
                  <a:srgbClr val="323232"/>
                </a:solidFill>
                <a:latin typeface="Calibri"/>
              </a:defRPr>
            </a:pPr>
            <a:r>
              <a:t>Goddess Durga embodies strength, motherhood, and divine justice</a:t>
            </a:r>
          </a:p>
          <a:p>
            <a:pPr algn="l">
              <a:defRPr sz="2000">
                <a:solidFill>
                  <a:srgbClr val="323232"/>
                </a:solidFill>
                <a:latin typeface="Calibri"/>
              </a:defRPr>
            </a:pPr>
            <a:r>
              <a:t>Her story inspires courage and righteousness in daily life</a:t>
            </a:r>
          </a:p>
          <a:p>
            <a:pPr algn="l">
              <a:defRPr sz="2000">
                <a:solidFill>
                  <a:srgbClr val="323232"/>
                </a:solidFill>
                <a:latin typeface="Calibri"/>
              </a:defRPr>
            </a:pPr>
            <a:r>
              <a:t>Unites diverse traditions through common reverence</a:t>
            </a:r>
          </a:p>
          <a:p>
            <a:pPr algn="l">
              <a:defRPr sz="2000">
                <a:solidFill>
                  <a:srgbClr val="323232"/>
                </a:solidFill>
                <a:latin typeface="Calibri"/>
              </a:defRPr>
            </a:pPr>
            <a:r>
              <a:t>Festivals strengthen community and cultural identity</a:t>
            </a:r>
          </a:p>
          <a:p>
            <a:pPr algn="l">
              <a:defRPr sz="2000">
                <a:solidFill>
                  <a:srgbClr val="323232"/>
                </a:solidFill>
                <a:latin typeface="Calibri"/>
              </a:defRPr>
            </a:pPr>
            <a:r>
              <a:t>Remains a powerful symbol for women and devotees worldwide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0066CC"/>
                </a:solidFill>
              </a:rP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>
                <a:solidFill>
                  <a:srgbClr val="323232"/>
                </a:solidFill>
                <a:latin typeface="Calibri"/>
              </a:defRPr>
            </a:pPr>
            <a:r>
              <a:t>Devi Mahatmyam – Markandeya Purana</a:t>
            </a:r>
          </a:p>
          <a:p>
            <a:pPr algn="l">
              <a:defRPr sz="2000">
                <a:solidFill>
                  <a:srgbClr val="323232"/>
                </a:solidFill>
                <a:latin typeface="Calibri"/>
              </a:defRPr>
            </a:pPr>
            <a:r>
              <a:t>The Goddess in India: The Degrees of Freedom by Katherine Young</a:t>
            </a:r>
          </a:p>
          <a:p>
            <a:pPr algn="l">
              <a:defRPr sz="2000">
                <a:solidFill>
                  <a:srgbClr val="323232"/>
                </a:solidFill>
                <a:latin typeface="Calibri"/>
              </a:defRPr>
            </a:pPr>
            <a:r>
              <a:t>Durga: Myth and Worship by Thomas B. Coburn</a:t>
            </a:r>
          </a:p>
          <a:p>
            <a:pPr algn="l">
              <a:defRPr sz="2000">
                <a:solidFill>
                  <a:srgbClr val="323232"/>
                </a:solidFill>
                <a:latin typeface="Calibri"/>
              </a:defRPr>
            </a:pPr>
            <a:r>
              <a:t>Encyclopedia of Hinduism by David Gordon White</a:t>
            </a:r>
          </a:p>
          <a:p>
            <a:pPr algn="l">
              <a:defRPr sz="2000">
                <a:solidFill>
                  <a:srgbClr val="323232"/>
                </a:solidFill>
                <a:latin typeface="Calibri"/>
              </a:defRPr>
            </a:pPr>
            <a:r>
              <a:t>Academic articles on Shaktism and folk traditions</a:t>
            </a:r>
          </a:p>
          <a:p>
            <a:pPr algn="l">
              <a:defRPr sz="2000">
                <a:solidFill>
                  <a:srgbClr val="323232"/>
                </a:solidFill>
                <a:latin typeface="Calibri"/>
              </a:defRPr>
            </a:pPr>
            <a:r>
              <a:t>Trusted online sources like Hindupedia and Oxford Reference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